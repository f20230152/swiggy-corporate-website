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-italic.fntdata"/><Relationship Id="rId10" Type="http://schemas.openxmlformats.org/officeDocument/2006/relationships/font" Target="fonts/Roboto-bold.fntdata"/><Relationship Id="rId12" Type="http://schemas.openxmlformats.org/officeDocument/2006/relationships/font" Target="fonts/Roboto-boldItalic.fntdata"/><Relationship Id="rId9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8fa13f95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8fa13f9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8fa13f95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8fa13f95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creenshot 2026-02-18 at 4.52.3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46133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23431" l="9212" r="8238" t="8392"/>
          <a:stretch/>
        </p:blipFill>
        <p:spPr>
          <a:xfrm>
            <a:off x="4296190" y="3241350"/>
            <a:ext cx="1508400" cy="124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644440" y="3687575"/>
            <a:ext cx="1778100" cy="27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Facility Manager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44440" y="4030925"/>
            <a:ext cx="2004900" cy="27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KF</a:t>
            </a:r>
            <a:r>
              <a:rPr lang="en"/>
              <a:t>intech</a:t>
            </a:r>
            <a:r>
              <a:rPr lang="en"/>
              <a:t>, Hyderabad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44450" y="1657981"/>
            <a:ext cx="5418000" cy="15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Earlier, meal reimbursements meant chasing employees for receipts, handling paperwork, and managing multiple approval layers—costing us time and productivity. With Swiggy for Work, the process is completely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seamless, eliminating administrative overhead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It has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streamlined our workflows 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saved valuable hours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for our team.</a:t>
            </a:r>
            <a:endParaRPr sz="1800"/>
          </a:p>
        </p:txBody>
      </p:sp>
      <p:sp>
        <p:nvSpPr>
          <p:cNvPr id="59" name="Google Shape;59;p13"/>
          <p:cNvSpPr/>
          <p:nvPr/>
        </p:nvSpPr>
        <p:spPr>
          <a:xfrm>
            <a:off x="644450" y="3377294"/>
            <a:ext cx="2494200" cy="9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 V Hanisha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Facility Manager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KFintech, Hyderabad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 title="Screenshot 2026-02-18 at 4.52.3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4613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44450" y="1657981"/>
            <a:ext cx="5418000" cy="1523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Swiggy Corporate Payments has brought unmatched transparency and control to our meal benefits program. We can now</a:t>
            </a:r>
            <a:r>
              <a:rPr b="1"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track expenses in real-time, stay fully aligned with company budgets, and still give our employees the freedom to choose their meals</a:t>
            </a: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 The shift has not only simplified administration but also improved employee satisfaction.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44450" y="3377294"/>
            <a:ext cx="2494200" cy="9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Maria Sneha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Administrator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Wework, Hyderabad</a:t>
            </a:r>
            <a:endParaRPr b="1"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4">
            <a:alphaModFix/>
          </a:blip>
          <a:srcRect b="27006" l="0" r="0" t="31675"/>
          <a:stretch/>
        </p:blipFill>
        <p:spPr>
          <a:xfrm>
            <a:off x="3315386" y="716024"/>
            <a:ext cx="2676175" cy="7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Screenshot 2026-02-18 at 6.33.47 PM.png"/>
          <p:cNvPicPr preferRelativeResize="0"/>
          <p:nvPr/>
        </p:nvPicPr>
        <p:blipFill rotWithShape="1">
          <a:blip r:embed="rId5">
            <a:alphaModFix/>
          </a:blip>
          <a:srcRect b="20754" l="3892" r="0" t="0"/>
          <a:stretch/>
        </p:blipFill>
        <p:spPr>
          <a:xfrm>
            <a:off x="4749680" y="3264388"/>
            <a:ext cx="1097900" cy="117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 title="Screenshot 2026-02-18 at 4.52.3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46133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644450" y="1657925"/>
            <a:ext cx="5418000" cy="168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XX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174425" y="859225"/>
            <a:ext cx="3150600" cy="63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9911" y="847660"/>
            <a:ext cx="2750275" cy="56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644450" y="3377294"/>
            <a:ext cx="2494200" cy="92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Maria Sneha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Administrator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Wework, Hyderabad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